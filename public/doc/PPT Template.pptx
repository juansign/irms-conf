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68" r:id="rId2"/>
    <p:sldId id="258" r:id="rId3"/>
    <p:sldId id="259" r:id="rId4"/>
    <p:sldId id="261" r:id="rId5"/>
    <p:sldId id="262" r:id="rId6"/>
    <p:sldId id="263" r:id="rId7"/>
    <p:sldId id="269" r:id="rId8"/>
    <p:sldId id="267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277"/>
    <a:srgbClr val="FB03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E8FD-6FEE-424C-AD5D-08A6B603C97A}" type="datetimeFigureOut">
              <a:rPr lang="en-ID" smtClean="0"/>
              <a:t>21/05/2026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D3796-302E-4861-84A4-0FBF6DD911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23188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 Guid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90DDFCF-B9A3-BF6F-8574-A08EBAB8AE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05" y="258526"/>
            <a:ext cx="1080790" cy="74034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8CE81D5-CE30-AFA3-AE5A-2B1ADBD45369}"/>
              </a:ext>
            </a:extLst>
          </p:cNvPr>
          <p:cNvGrpSpPr/>
          <p:nvPr/>
        </p:nvGrpSpPr>
        <p:grpSpPr>
          <a:xfrm>
            <a:off x="0" y="6518787"/>
            <a:ext cx="12192000" cy="339213"/>
            <a:chOff x="0" y="6400800"/>
            <a:chExt cx="12192000" cy="4572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D613043-D910-6AA7-4773-77150D8BE0CE}"/>
                </a:ext>
              </a:extLst>
            </p:cNvPr>
            <p:cNvSpPr/>
            <p:nvPr/>
          </p:nvSpPr>
          <p:spPr>
            <a:xfrm>
              <a:off x="0" y="6405716"/>
              <a:ext cx="12192000" cy="452284"/>
            </a:xfrm>
            <a:prstGeom prst="rect">
              <a:avLst/>
            </a:prstGeom>
            <a:solidFill>
              <a:srgbClr val="FB030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7DAF01B-8972-F062-D463-143B99E8490F}"/>
                </a:ext>
              </a:extLst>
            </p:cNvPr>
            <p:cNvSpPr/>
            <p:nvPr/>
          </p:nvSpPr>
          <p:spPr>
            <a:xfrm>
              <a:off x="0" y="6400800"/>
              <a:ext cx="12192000" cy="235974"/>
            </a:xfrm>
            <a:prstGeom prst="rect">
              <a:avLst/>
            </a:prstGeom>
            <a:solidFill>
              <a:srgbClr val="0002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7307E2FF-6EB0-C23A-4202-61511DBD71FF}"/>
              </a:ext>
            </a:extLst>
          </p:cNvPr>
          <p:cNvSpPr txBox="1">
            <a:spLocks/>
          </p:cNvSpPr>
          <p:nvPr userDrawn="1"/>
        </p:nvSpPr>
        <p:spPr>
          <a:xfrm>
            <a:off x="358877" y="1176523"/>
            <a:ext cx="11472906" cy="5768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000" dirty="0"/>
              <a:t>Panduan </a:t>
            </a:r>
            <a:r>
              <a:rPr lang="en-US" sz="3000" dirty="0" err="1"/>
              <a:t>Pemakaian</a:t>
            </a:r>
            <a:r>
              <a:rPr lang="en-US" sz="3000" dirty="0"/>
              <a:t> </a:t>
            </a:r>
            <a:r>
              <a:rPr lang="en-US" sz="3000" i="1" dirty="0"/>
              <a:t>Template</a:t>
            </a:r>
            <a:endParaRPr lang="en-ID" sz="3000" i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1748F5-13EF-CB17-C3A5-BBF7FCACC45B}"/>
              </a:ext>
            </a:extLst>
          </p:cNvPr>
          <p:cNvSpPr txBox="1"/>
          <p:nvPr userDrawn="1"/>
        </p:nvSpPr>
        <p:spPr>
          <a:xfrm>
            <a:off x="297805" y="1753329"/>
            <a:ext cx="11472906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Gunakan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opsi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dropdown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“New Slide” pada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ribbon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menambah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memilih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0" dirty="0" err="1">
                <a:latin typeface="Arial" panose="020B0604020202020204" pitchFamily="34" charset="0"/>
                <a:cs typeface="Arial" panose="020B0604020202020204" pitchFamily="34" charset="0"/>
              </a:rPr>
              <a:t>halaman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ingin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digunakan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DIPERBOLEHKAN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membuat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style </a:t>
            </a:r>
            <a:r>
              <a:rPr lang="en-ID" i="0" dirty="0" err="1">
                <a:latin typeface="Arial" panose="020B0604020202020204" pitchFamily="34" charset="0"/>
                <a:cs typeface="Arial" panose="020B0604020202020204" pitchFamily="34" charset="0"/>
              </a:rPr>
              <a:t>halaman</a:t>
            </a:r>
            <a:r>
              <a:rPr lang="en-ID" i="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i="0" dirty="0" err="1">
                <a:latin typeface="Arial" panose="020B0604020202020204" pitchFamily="34" charset="0"/>
                <a:cs typeface="Arial" panose="020B0604020202020204" pitchFamily="34" charset="0"/>
              </a:rPr>
              <a:t>berbeda</a:t>
            </a:r>
            <a:r>
              <a:rPr lang="en-ID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i="0" dirty="0" err="1">
                <a:latin typeface="Arial" panose="020B0604020202020204" pitchFamily="34" charset="0"/>
                <a:cs typeface="Arial" panose="020B0604020202020204" pitchFamily="34" charset="0"/>
              </a:rPr>
              <a:t>jika</a:t>
            </a:r>
            <a:r>
              <a:rPr lang="en-ID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i="0" dirty="0" err="1">
                <a:latin typeface="Arial" panose="020B0604020202020204" pitchFamily="34" charset="0"/>
                <a:cs typeface="Arial" panose="020B0604020202020204" pitchFamily="34" charset="0"/>
              </a:rPr>
              <a:t>dibutuhkan</a:t>
            </a:r>
            <a:r>
              <a:rPr lang="en-ID" i="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i="0" dirty="0">
                <a:latin typeface="Arial" panose="020B0604020202020204" pitchFamily="34" charset="0"/>
                <a:cs typeface="Arial" panose="020B0604020202020204" pitchFamily="34" charset="0"/>
              </a:rPr>
              <a:t>Logo IRMS Conference 2026 dan </a:t>
            </a:r>
            <a:r>
              <a:rPr lang="en-ID" i="0" dirty="0" err="1">
                <a:latin typeface="Arial" panose="020B0604020202020204" pitchFamily="34" charset="0"/>
                <a:cs typeface="Arial" panose="020B0604020202020204" pitchFamily="34" charset="0"/>
              </a:rPr>
              <a:t>ornamen</a:t>
            </a:r>
            <a:r>
              <a:rPr lang="en-ID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bar</a:t>
            </a:r>
            <a:r>
              <a:rPr lang="en-ID" i="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i="0" dirty="0" err="1">
                <a:latin typeface="Arial" panose="020B0604020202020204" pitchFamily="34" charset="0"/>
                <a:cs typeface="Arial" panose="020B0604020202020204" pitchFamily="34" charset="0"/>
              </a:rPr>
              <a:t>berada</a:t>
            </a:r>
            <a:r>
              <a:rPr lang="en-ID" i="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ID" i="0" dirty="0" err="1">
                <a:latin typeface="Arial" panose="020B0604020202020204" pitchFamily="34" charset="0"/>
                <a:cs typeface="Arial" panose="020B0604020202020204" pitchFamily="34" charset="0"/>
              </a:rPr>
              <a:t>bawah</a:t>
            </a:r>
            <a:r>
              <a:rPr lang="en-ID" i="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ID" i="0" dirty="0" err="1">
                <a:latin typeface="Arial" panose="020B0604020202020204" pitchFamily="34" charset="0"/>
                <a:cs typeface="Arial" panose="020B0604020202020204" pitchFamily="34" charset="0"/>
              </a:rPr>
              <a:t>samping</a:t>
            </a:r>
            <a:r>
              <a:rPr lang="en-ID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i="0" dirty="0" err="1">
                <a:latin typeface="Arial" panose="020B0604020202020204" pitchFamily="34" charset="0"/>
                <a:cs typeface="Arial" panose="020B0604020202020204" pitchFamily="34" charset="0"/>
              </a:rPr>
              <a:t>halaman</a:t>
            </a:r>
            <a:r>
              <a:rPr lang="en-ID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b="1" i="0" dirty="0">
                <a:latin typeface="Arial" panose="020B0604020202020204" pitchFamily="34" charset="0"/>
                <a:cs typeface="Arial" panose="020B0604020202020204" pitchFamily="34" charset="0"/>
              </a:rPr>
              <a:t>DISARANKAN</a:t>
            </a:r>
            <a:r>
              <a:rPr lang="en-ID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i="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i="0" dirty="0" err="1">
                <a:latin typeface="Arial" panose="020B0604020202020204" pitchFamily="34" charset="0"/>
                <a:cs typeface="Arial" panose="020B0604020202020204" pitchFamily="34" charset="0"/>
              </a:rPr>
              <a:t>tetap</a:t>
            </a:r>
            <a:r>
              <a:rPr lang="en-ID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i="0" dirty="0" err="1"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lang="en-ID" i="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i="0" dirty="0" err="1">
                <a:latin typeface="Arial" panose="020B0604020202020204" pitchFamily="34" charset="0"/>
                <a:cs typeface="Arial" panose="020B0604020202020204" pitchFamily="34" charset="0"/>
              </a:rPr>
              <a:t>Ukuran</a:t>
            </a:r>
            <a:r>
              <a:rPr lang="en-ID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i="1" dirty="0">
                <a:latin typeface="Arial" panose="020B0604020202020204" pitchFamily="34" charset="0"/>
                <a:cs typeface="Arial" panose="020B0604020202020204" pitchFamily="34" charset="0"/>
              </a:rPr>
              <a:t>font </a:t>
            </a:r>
            <a:r>
              <a:rPr lang="en-ID" i="0" dirty="0">
                <a:latin typeface="Arial" panose="020B0604020202020204" pitchFamily="34" charset="0"/>
                <a:cs typeface="Arial" panose="020B0604020202020204" pitchFamily="34" charset="0"/>
              </a:rPr>
              <a:t>yang </a:t>
            </a:r>
            <a:r>
              <a:rPr lang="en-ID" i="0" dirty="0" err="1">
                <a:latin typeface="Arial" panose="020B0604020202020204" pitchFamily="34" charset="0"/>
                <a:cs typeface="Arial" panose="020B0604020202020204" pitchFamily="34" charset="0"/>
              </a:rPr>
              <a:t>digunakan</a:t>
            </a:r>
            <a:r>
              <a:rPr lang="en-ID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b="1" i="0" dirty="0">
                <a:latin typeface="Arial" panose="020B0604020202020204" pitchFamily="34" charset="0"/>
                <a:cs typeface="Arial" panose="020B0604020202020204" pitchFamily="34" charset="0"/>
              </a:rPr>
              <a:t>BOLEH </a:t>
            </a:r>
            <a:r>
              <a:rPr lang="en-ID" b="0" i="0" dirty="0" err="1">
                <a:latin typeface="Arial" panose="020B0604020202020204" pitchFamily="34" charset="0"/>
                <a:cs typeface="Arial" panose="020B0604020202020204" pitchFamily="34" charset="0"/>
              </a:rPr>
              <a:t>disesuaikan</a:t>
            </a:r>
            <a:r>
              <a:rPr lang="en-ID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b="0" i="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b="0" i="0" dirty="0" err="1">
                <a:latin typeface="Arial" panose="020B0604020202020204" pitchFamily="34" charset="0"/>
                <a:cs typeface="Arial" panose="020B0604020202020204" pitchFamily="34" charset="0"/>
              </a:rPr>
              <a:t>kebutuhan</a:t>
            </a:r>
            <a:r>
              <a:rPr lang="en-ID" b="0" i="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b="0" i="0" dirty="0" err="1">
                <a:latin typeface="Arial" panose="020B0604020202020204" pitchFamily="34" charset="0"/>
                <a:cs typeface="Arial" panose="020B0604020202020204" pitchFamily="34" charset="0"/>
              </a:rPr>
              <a:t>namun</a:t>
            </a:r>
            <a:r>
              <a:rPr lang="en-ID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b="1" i="0" dirty="0">
                <a:latin typeface="Arial" panose="020B0604020202020204" pitchFamily="34" charset="0"/>
                <a:cs typeface="Arial" panose="020B0604020202020204" pitchFamily="34" charset="0"/>
              </a:rPr>
              <a:t>TIDAK LEBIH KECIL</a:t>
            </a:r>
            <a:r>
              <a:rPr lang="en-ID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b="0" i="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b="0" i="0" dirty="0">
                <a:latin typeface="Arial" panose="020B0604020202020204" pitchFamily="34" charset="0"/>
                <a:cs typeface="Arial" panose="020B0604020202020204" pitchFamily="34" charset="0"/>
              </a:rPr>
              <a:t> 20 </a:t>
            </a:r>
            <a:r>
              <a:rPr lang="en-ID" b="0" i="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b="0" i="1" dirty="0">
                <a:latin typeface="Arial" panose="020B0604020202020204" pitchFamily="34" charset="0"/>
                <a:cs typeface="Arial" panose="020B0604020202020204" pitchFamily="34" charset="0"/>
              </a:rPr>
              <a:t>body text </a:t>
            </a:r>
            <a:r>
              <a:rPr lang="en-ID" b="0" i="0" dirty="0">
                <a:latin typeface="Arial" panose="020B0604020202020204" pitchFamily="34" charset="0"/>
                <a:cs typeface="Arial" panose="020B0604020202020204" pitchFamily="34" charset="0"/>
              </a:rPr>
              <a:t>dan 12 </a:t>
            </a:r>
            <a:r>
              <a:rPr lang="en-ID" b="0" i="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b="0" i="0" dirty="0" err="1">
                <a:latin typeface="Arial" panose="020B0604020202020204" pitchFamily="34" charset="0"/>
                <a:cs typeface="Arial" panose="020B0604020202020204" pitchFamily="34" charset="0"/>
              </a:rPr>
              <a:t>teks</a:t>
            </a:r>
            <a:r>
              <a:rPr lang="en-ID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b="0" i="0" dirty="0" err="1">
                <a:latin typeface="Arial" panose="020B0604020202020204" pitchFamily="34" charset="0"/>
                <a:cs typeface="Arial" panose="020B0604020202020204" pitchFamily="34" charset="0"/>
              </a:rPr>
              <a:t>biasa</a:t>
            </a:r>
            <a:r>
              <a:rPr lang="en-ID" b="0" i="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HAPUS HALAMAN INI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jika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dibutuhkan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708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41764A0-818A-7EE4-E460-44580DB401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405" y="258526"/>
            <a:ext cx="1080790" cy="74034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26D12B2-1E9F-8E96-76C4-04D02B09195F}"/>
              </a:ext>
            </a:extLst>
          </p:cNvPr>
          <p:cNvGrpSpPr/>
          <p:nvPr userDrawn="1"/>
        </p:nvGrpSpPr>
        <p:grpSpPr>
          <a:xfrm rot="16200000">
            <a:off x="-2991462" y="2991465"/>
            <a:ext cx="6858002" cy="875071"/>
            <a:chOff x="0" y="6400800"/>
            <a:chExt cx="12192000" cy="4572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AA31236-8712-76AA-1BF0-CAD691231EDD}"/>
                </a:ext>
              </a:extLst>
            </p:cNvPr>
            <p:cNvSpPr/>
            <p:nvPr/>
          </p:nvSpPr>
          <p:spPr>
            <a:xfrm>
              <a:off x="0" y="6405716"/>
              <a:ext cx="12192000" cy="452284"/>
            </a:xfrm>
            <a:prstGeom prst="rect">
              <a:avLst/>
            </a:prstGeom>
            <a:solidFill>
              <a:srgbClr val="FB030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0D0E60B-7CA0-B333-973C-23EA862D6A83}"/>
                </a:ext>
              </a:extLst>
            </p:cNvPr>
            <p:cNvSpPr/>
            <p:nvPr/>
          </p:nvSpPr>
          <p:spPr>
            <a:xfrm>
              <a:off x="0" y="6400800"/>
              <a:ext cx="12192000" cy="235974"/>
            </a:xfrm>
            <a:prstGeom prst="rect">
              <a:avLst/>
            </a:prstGeom>
            <a:solidFill>
              <a:srgbClr val="0002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D65AA02A-71AB-EF35-53FC-6A95BD9003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30071" y="1811312"/>
            <a:ext cx="10515599" cy="1860045"/>
          </a:xfrm>
        </p:spPr>
        <p:txBody>
          <a:bodyPr>
            <a:normAutofit/>
          </a:bodyPr>
          <a:lstStyle>
            <a:lvl1pPr algn="just">
              <a:defRPr sz="4000"/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Judul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Abstract]</a:t>
            </a:r>
            <a:endParaRPr lang="en-ID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1AC208A-D52B-3D7C-EB5E-6B9AAD955F1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30071" y="3862794"/>
            <a:ext cx="10123729" cy="1411169"/>
          </a:xfrm>
        </p:spPr>
        <p:txBody>
          <a:bodyPr>
            <a:normAutofit/>
          </a:bodyPr>
          <a:lstStyle>
            <a:lvl1pPr>
              <a:buNone/>
              <a:defRPr sz="1800"/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[Nama Presenter]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[Lembaga/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Institusi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78311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8CD64-25AD-3629-0F7C-D921AAEAA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217" y="1178254"/>
            <a:ext cx="11472906" cy="576806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slide title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B833E-D3B5-A1F2-01E6-066C12FB02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218" y="1825625"/>
            <a:ext cx="11472906" cy="4351338"/>
          </a:xfrm>
        </p:spPr>
        <p:txBody>
          <a:bodyPr>
            <a:normAutofit/>
          </a:bodyPr>
          <a:lstStyle>
            <a:lvl1pPr algn="just">
              <a:defRPr sz="1600"/>
            </a:lvl1pPr>
            <a:lvl2pPr algn="just">
              <a:defRPr sz="1600"/>
            </a:lvl2pPr>
            <a:lvl3pPr algn="just">
              <a:defRPr sz="1600"/>
            </a:lvl3pPr>
            <a:lvl4pPr algn="just">
              <a:defRPr sz="1600"/>
            </a:lvl4pPr>
            <a:lvl5pPr algn="just"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D14123-F851-5631-57AC-CBC2D205EB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05" y="258526"/>
            <a:ext cx="1080790" cy="74034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999B959-91AF-CB0A-FB20-91562341CF03}"/>
              </a:ext>
            </a:extLst>
          </p:cNvPr>
          <p:cNvGrpSpPr/>
          <p:nvPr userDrawn="1"/>
        </p:nvGrpSpPr>
        <p:grpSpPr>
          <a:xfrm>
            <a:off x="0" y="6507052"/>
            <a:ext cx="12192000" cy="358876"/>
            <a:chOff x="0" y="6507052"/>
            <a:chExt cx="12192000" cy="35887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B8EC7A5-4CB7-1A4A-C600-56579EFFAD76}"/>
                </a:ext>
              </a:extLst>
            </p:cNvPr>
            <p:cNvGrpSpPr/>
            <p:nvPr/>
          </p:nvGrpSpPr>
          <p:grpSpPr>
            <a:xfrm>
              <a:off x="0" y="6518787"/>
              <a:ext cx="12192000" cy="339213"/>
              <a:chOff x="0" y="6400800"/>
              <a:chExt cx="12192000" cy="4572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3D53C23-3D66-AD4A-99D2-63AED3226660}"/>
                  </a:ext>
                </a:extLst>
              </p:cNvPr>
              <p:cNvSpPr/>
              <p:nvPr/>
            </p:nvSpPr>
            <p:spPr>
              <a:xfrm>
                <a:off x="0" y="6405716"/>
                <a:ext cx="12192000" cy="452284"/>
              </a:xfrm>
              <a:prstGeom prst="rect">
                <a:avLst/>
              </a:prstGeom>
              <a:solidFill>
                <a:srgbClr val="FB03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D3E05B2-E705-BFCE-6793-79552FFA3B08}"/>
                  </a:ext>
                </a:extLst>
              </p:cNvPr>
              <p:cNvSpPr/>
              <p:nvPr/>
            </p:nvSpPr>
            <p:spPr>
              <a:xfrm>
                <a:off x="0" y="6400800"/>
                <a:ext cx="12192000" cy="235974"/>
              </a:xfrm>
              <a:prstGeom prst="rect">
                <a:avLst/>
              </a:prstGeom>
              <a:solidFill>
                <a:srgbClr val="00027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A994627-35D8-F3C9-39FD-738A6E18770C}"/>
                </a:ext>
              </a:extLst>
            </p:cNvPr>
            <p:cNvSpPr/>
            <p:nvPr/>
          </p:nvSpPr>
          <p:spPr>
            <a:xfrm>
              <a:off x="11833124" y="6507052"/>
              <a:ext cx="358876" cy="358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589C3-3BA8-7C2F-1369-ECB65928D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0872" y="6533486"/>
            <a:ext cx="591127" cy="335566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92ABF5D6-FA46-4AA2-947C-8DA5854C3CBB}" type="slidenum">
              <a:rPr lang="en-ID" smtClean="0"/>
              <a:pPr/>
              <a:t>‹#›</a:t>
            </a:fld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2006969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6026595-8D7E-D24C-9263-B65316A326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34000" y="381000"/>
            <a:ext cx="6477000" cy="60960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D0CE8D1-2F12-5A44-A6B5-2CD466F52A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4000" y="5754255"/>
            <a:ext cx="6477000" cy="722743"/>
          </a:xfrm>
          <a:prstGeom prst="rect">
            <a:avLst/>
          </a:prstGeom>
          <a:noFill/>
          <a:effectLst/>
        </p:spPr>
        <p:txBody>
          <a:bodyPr lIns="182880" tIns="182880" rIns="182880" bIns="182880" anchor="b" anchorCtr="0"/>
          <a:lstStyle>
            <a:lvl1pPr marL="0" indent="0" algn="ctr">
              <a:buNone/>
              <a:defRPr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2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63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45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27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99B87A2-8960-403D-AE0D-D549462722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806" y="1912938"/>
            <a:ext cx="4655196" cy="1325563"/>
          </a:xfrm>
          <a:prstGeom prst="rect">
            <a:avLst/>
          </a:prstGeom>
        </p:spPr>
        <p:txBody>
          <a:bodyPr lIns="0" anchor="b"/>
          <a:lstStyle>
            <a:lvl1pPr>
              <a:defRPr lang="en-US" sz="30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29354FF4-9871-4E1B-A45A-ABAA2BE2B69B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97806" y="3280288"/>
            <a:ext cx="4655196" cy="3196712"/>
          </a:xfrm>
          <a:prstGeom prst="rect">
            <a:avLst/>
          </a:prstGeom>
        </p:spPr>
        <p:txBody>
          <a:bodyPr/>
          <a:lstStyle>
            <a:lvl1pPr algn="just">
              <a:defRPr sz="1600">
                <a:solidFill>
                  <a:schemeClr val="tx1"/>
                </a:solidFill>
              </a:defRPr>
            </a:lvl1pPr>
            <a:lvl2pPr marL="685773" indent="-228591" algn="just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2pPr>
            <a:lvl3pPr marL="1142954" indent="-228591" algn="just"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</a:defRPr>
            </a:lvl3pPr>
            <a:lvl4pPr algn="just">
              <a:defRPr sz="1600">
                <a:solidFill>
                  <a:schemeClr val="tx1"/>
                </a:solidFill>
              </a:defRPr>
            </a:lvl4pPr>
            <a:lvl5pPr marL="2057318" indent="-228591" algn="just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034FA8-E51A-0BFF-0458-E9DFD96C4F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05" y="258526"/>
            <a:ext cx="1080790" cy="74034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1B4F46C-9F3D-08BF-D54E-974C8757320F}"/>
              </a:ext>
            </a:extLst>
          </p:cNvPr>
          <p:cNvGrpSpPr/>
          <p:nvPr userDrawn="1"/>
        </p:nvGrpSpPr>
        <p:grpSpPr>
          <a:xfrm>
            <a:off x="0" y="6507052"/>
            <a:ext cx="12192000" cy="358876"/>
            <a:chOff x="0" y="6507052"/>
            <a:chExt cx="12192000" cy="35887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F40AAE0-430F-E8C0-1769-F767412D1F3A}"/>
                </a:ext>
              </a:extLst>
            </p:cNvPr>
            <p:cNvGrpSpPr/>
            <p:nvPr/>
          </p:nvGrpSpPr>
          <p:grpSpPr>
            <a:xfrm>
              <a:off x="0" y="6518787"/>
              <a:ext cx="12192000" cy="339213"/>
              <a:chOff x="0" y="6400800"/>
              <a:chExt cx="12192000" cy="45720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630E448-0288-1FA1-827A-4998A8D37695}"/>
                  </a:ext>
                </a:extLst>
              </p:cNvPr>
              <p:cNvSpPr/>
              <p:nvPr/>
            </p:nvSpPr>
            <p:spPr>
              <a:xfrm>
                <a:off x="0" y="6405716"/>
                <a:ext cx="12192000" cy="452284"/>
              </a:xfrm>
              <a:prstGeom prst="rect">
                <a:avLst/>
              </a:prstGeom>
              <a:solidFill>
                <a:srgbClr val="FB03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95E3D0A-2C8A-DC9C-71C3-1A96CE37569B}"/>
                  </a:ext>
                </a:extLst>
              </p:cNvPr>
              <p:cNvSpPr/>
              <p:nvPr/>
            </p:nvSpPr>
            <p:spPr>
              <a:xfrm>
                <a:off x="0" y="6400800"/>
                <a:ext cx="12192000" cy="235974"/>
              </a:xfrm>
              <a:prstGeom prst="rect">
                <a:avLst/>
              </a:prstGeom>
              <a:solidFill>
                <a:srgbClr val="00027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19C4EC0-60EC-A4F4-6FCF-02863CE49BA7}"/>
                </a:ext>
              </a:extLst>
            </p:cNvPr>
            <p:cNvSpPr/>
            <p:nvPr/>
          </p:nvSpPr>
          <p:spPr>
            <a:xfrm>
              <a:off x="11833124" y="6507052"/>
              <a:ext cx="358876" cy="358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88DC3B5-C440-E8C5-1359-2F2852294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0872" y="6533486"/>
            <a:ext cx="591127" cy="335566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92ABF5D6-FA46-4AA2-947C-8DA5854C3CBB}" type="slidenum">
              <a:rPr lang="en-ID" smtClean="0"/>
              <a:pPr/>
              <a:t>‹#›</a:t>
            </a:fld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2410290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F0C408BC-A7DE-4A08-AD26-56414D2DD80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58868" y="380999"/>
            <a:ext cx="6477000" cy="6096000"/>
          </a:xfrm>
          <a:prstGeom prst="rect">
            <a:avLst/>
          </a:prstGeom>
        </p:spPr>
        <p:txBody>
          <a:bodyPr/>
          <a:lstStyle>
            <a:lvl1pPr algn="just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773" indent="-228591" algn="just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54" indent="-228591" algn="just"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18" indent="-228591" algn="just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83EB99-85D2-9CC0-EDD0-7EFE612997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05" y="258526"/>
            <a:ext cx="1080790" cy="74034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3D5D764-FF63-0A54-8EC0-ECE9CB15E172}"/>
              </a:ext>
            </a:extLst>
          </p:cNvPr>
          <p:cNvGrpSpPr/>
          <p:nvPr userDrawn="1"/>
        </p:nvGrpSpPr>
        <p:grpSpPr>
          <a:xfrm>
            <a:off x="0" y="6507052"/>
            <a:ext cx="12192000" cy="358876"/>
            <a:chOff x="0" y="6507052"/>
            <a:chExt cx="12192000" cy="35887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04DFC3F-71D2-6361-FFB3-4B909803A71A}"/>
                </a:ext>
              </a:extLst>
            </p:cNvPr>
            <p:cNvGrpSpPr/>
            <p:nvPr/>
          </p:nvGrpSpPr>
          <p:grpSpPr>
            <a:xfrm>
              <a:off x="0" y="6518787"/>
              <a:ext cx="12192000" cy="339213"/>
              <a:chOff x="0" y="6400800"/>
              <a:chExt cx="12192000" cy="45720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909EC76-ABC8-6082-1A56-38E392873892}"/>
                  </a:ext>
                </a:extLst>
              </p:cNvPr>
              <p:cNvSpPr/>
              <p:nvPr/>
            </p:nvSpPr>
            <p:spPr>
              <a:xfrm>
                <a:off x="0" y="6405716"/>
                <a:ext cx="12192000" cy="452284"/>
              </a:xfrm>
              <a:prstGeom prst="rect">
                <a:avLst/>
              </a:prstGeom>
              <a:solidFill>
                <a:srgbClr val="FB03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D75B875-B007-161E-7281-DFA791324345}"/>
                  </a:ext>
                </a:extLst>
              </p:cNvPr>
              <p:cNvSpPr/>
              <p:nvPr/>
            </p:nvSpPr>
            <p:spPr>
              <a:xfrm>
                <a:off x="0" y="6400800"/>
                <a:ext cx="12192000" cy="235974"/>
              </a:xfrm>
              <a:prstGeom prst="rect">
                <a:avLst/>
              </a:prstGeom>
              <a:solidFill>
                <a:srgbClr val="00027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34FE5B6-43F8-ADDD-46E6-CBC2EF127F33}"/>
                </a:ext>
              </a:extLst>
            </p:cNvPr>
            <p:cNvSpPr/>
            <p:nvPr/>
          </p:nvSpPr>
          <p:spPr>
            <a:xfrm>
              <a:off x="11833124" y="6507052"/>
              <a:ext cx="358876" cy="358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F1C1A1C-CA57-2877-94A8-A04616842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0872" y="6533486"/>
            <a:ext cx="591127" cy="335566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92ABF5D6-FA46-4AA2-947C-8DA5854C3CBB}" type="slidenum">
              <a:rPr lang="en-ID" smtClean="0"/>
              <a:pPr/>
              <a:t>‹#›</a:t>
            </a:fld>
            <a:endParaRPr lang="en-ID" sz="16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9BC07EC-42DC-550B-F66C-0218DB602F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806" y="1912938"/>
            <a:ext cx="4655196" cy="1325563"/>
          </a:xfrm>
          <a:prstGeom prst="rect">
            <a:avLst/>
          </a:prstGeom>
        </p:spPr>
        <p:txBody>
          <a:bodyPr lIns="0" anchor="b"/>
          <a:lstStyle>
            <a:lvl1pPr>
              <a:defRPr lang="en-US" sz="30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6DEAC66C-7323-4319-15D2-C78F72E87692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97806" y="3280288"/>
            <a:ext cx="4655196" cy="3196712"/>
          </a:xfrm>
          <a:prstGeom prst="rect">
            <a:avLst/>
          </a:prstGeom>
        </p:spPr>
        <p:txBody>
          <a:bodyPr/>
          <a:lstStyle>
            <a:lvl1pPr algn="just">
              <a:defRPr sz="1600">
                <a:solidFill>
                  <a:schemeClr val="tx1"/>
                </a:solidFill>
              </a:defRPr>
            </a:lvl1pPr>
            <a:lvl2pPr marL="685773" indent="-228591" algn="just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2pPr>
            <a:lvl3pPr marL="1142954" indent="-228591" algn="just"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</a:defRPr>
            </a:lvl3pPr>
            <a:lvl4pPr algn="just">
              <a:defRPr sz="1600">
                <a:solidFill>
                  <a:schemeClr val="tx1"/>
                </a:solidFill>
              </a:defRPr>
            </a:lvl4pPr>
            <a:lvl5pPr marL="2057318" indent="-228591" algn="just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34391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Pictur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EE2FC3-856F-2F4B-A52D-94189159AC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34000" y="381000"/>
            <a:ext cx="3048000" cy="28575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D00854A-4EC7-2D48-A025-5B0B48548B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63000" y="381000"/>
            <a:ext cx="3048000" cy="28575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67A8C708-D197-CF47-8089-89928BE1E30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4000" y="3619500"/>
            <a:ext cx="3048000" cy="28575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3C4D2EBC-B863-FD49-A9DF-1381563078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0" y="3619500"/>
            <a:ext cx="3048000" cy="28575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93B472-4A32-7C41-A565-485FDC3EB8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4000" y="2758209"/>
            <a:ext cx="3048000" cy="670791"/>
          </a:xfrm>
          <a:prstGeom prst="rect">
            <a:avLst/>
          </a:prstGeom>
          <a:noFill/>
        </p:spPr>
        <p:txBody>
          <a:bodyPr lIns="182880" tIns="182880" rIns="182880" bIns="182880" anchor="b" anchorCtr="0"/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2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63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45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27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9F7807A-D120-BD49-9CBD-9174F26D79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4000" y="5996709"/>
            <a:ext cx="3048000" cy="670791"/>
          </a:xfrm>
          <a:prstGeom prst="rect">
            <a:avLst/>
          </a:prstGeom>
          <a:noFill/>
        </p:spPr>
        <p:txBody>
          <a:bodyPr lIns="182880" tIns="182880" rIns="182880" bIns="182880" anchor="b" anchorCtr="0"/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2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63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45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27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8ED17FC-CAF8-9A40-9A88-897DEF9CFE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63000" y="2758209"/>
            <a:ext cx="3048000" cy="670791"/>
          </a:xfrm>
          <a:prstGeom prst="rect">
            <a:avLst/>
          </a:prstGeom>
          <a:noFill/>
        </p:spPr>
        <p:txBody>
          <a:bodyPr lIns="182880" tIns="182880" rIns="182880" bIns="182880" anchor="b" anchorCtr="0"/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2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63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45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27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4A16FA60-8BA9-8B4A-86AA-F8336C26C7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63000" y="5996709"/>
            <a:ext cx="3048000" cy="670791"/>
          </a:xfrm>
          <a:prstGeom prst="rect">
            <a:avLst/>
          </a:prstGeom>
          <a:noFill/>
        </p:spPr>
        <p:txBody>
          <a:bodyPr lIns="182880" tIns="182880" rIns="182880" bIns="182880" anchor="b" anchorCtr="0"/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2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63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45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27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95D1E8-D77D-07AC-16A3-CC1F8937B8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05" y="258526"/>
            <a:ext cx="1080790" cy="74034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63B8A6A-8B44-2355-DDB8-CB1D5BE9D345}"/>
              </a:ext>
            </a:extLst>
          </p:cNvPr>
          <p:cNvGrpSpPr/>
          <p:nvPr userDrawn="1"/>
        </p:nvGrpSpPr>
        <p:grpSpPr>
          <a:xfrm>
            <a:off x="0" y="6507052"/>
            <a:ext cx="12192000" cy="358876"/>
            <a:chOff x="0" y="6507052"/>
            <a:chExt cx="12192000" cy="35887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F1E5FEC-F958-EAAD-5784-2B7056753B05}"/>
                </a:ext>
              </a:extLst>
            </p:cNvPr>
            <p:cNvGrpSpPr/>
            <p:nvPr/>
          </p:nvGrpSpPr>
          <p:grpSpPr>
            <a:xfrm>
              <a:off x="0" y="6518787"/>
              <a:ext cx="12192000" cy="339213"/>
              <a:chOff x="0" y="6400800"/>
              <a:chExt cx="12192000" cy="4572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776280-D26B-465F-3522-E40E27FCC459}"/>
                  </a:ext>
                </a:extLst>
              </p:cNvPr>
              <p:cNvSpPr/>
              <p:nvPr/>
            </p:nvSpPr>
            <p:spPr>
              <a:xfrm>
                <a:off x="0" y="6405716"/>
                <a:ext cx="12192000" cy="452284"/>
              </a:xfrm>
              <a:prstGeom prst="rect">
                <a:avLst/>
              </a:prstGeom>
              <a:solidFill>
                <a:srgbClr val="FB03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5D2D30D-DCC0-0C5C-6BF6-E6525B248EA2}"/>
                  </a:ext>
                </a:extLst>
              </p:cNvPr>
              <p:cNvSpPr/>
              <p:nvPr/>
            </p:nvSpPr>
            <p:spPr>
              <a:xfrm>
                <a:off x="0" y="6400800"/>
                <a:ext cx="12192000" cy="235974"/>
              </a:xfrm>
              <a:prstGeom prst="rect">
                <a:avLst/>
              </a:prstGeom>
              <a:solidFill>
                <a:srgbClr val="00027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C58B14-4239-616D-EB3F-C2026579858B}"/>
                </a:ext>
              </a:extLst>
            </p:cNvPr>
            <p:cNvSpPr/>
            <p:nvPr/>
          </p:nvSpPr>
          <p:spPr>
            <a:xfrm>
              <a:off x="11833124" y="6507052"/>
              <a:ext cx="358876" cy="358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605D5BB-E53B-78FA-887E-09D1196A4C7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600872" y="6533486"/>
            <a:ext cx="591127" cy="335566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92ABF5D6-FA46-4AA2-947C-8DA5854C3CBB}" type="slidenum">
              <a:rPr lang="en-ID" smtClean="0"/>
              <a:pPr/>
              <a:t>‹#›</a:t>
            </a:fld>
            <a:endParaRPr lang="en-ID" sz="1600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49096B40-E5F7-149B-0CD7-2A36E359B0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806" y="1912938"/>
            <a:ext cx="4655196" cy="1325563"/>
          </a:xfrm>
          <a:prstGeom prst="rect">
            <a:avLst/>
          </a:prstGeom>
        </p:spPr>
        <p:txBody>
          <a:bodyPr lIns="0" anchor="b"/>
          <a:lstStyle>
            <a:lvl1pPr>
              <a:defRPr lang="en-US" sz="30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4B1A970C-0B7E-5E58-3240-BC5BBCE95448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97806" y="3280288"/>
            <a:ext cx="4655196" cy="3196712"/>
          </a:xfrm>
          <a:prstGeom prst="rect">
            <a:avLst/>
          </a:prstGeom>
        </p:spPr>
        <p:txBody>
          <a:bodyPr/>
          <a:lstStyle>
            <a:lvl1pPr algn="just">
              <a:defRPr sz="1600">
                <a:solidFill>
                  <a:schemeClr val="tx1"/>
                </a:solidFill>
              </a:defRPr>
            </a:lvl1pPr>
            <a:lvl2pPr marL="685773" indent="-228591" algn="just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2pPr>
            <a:lvl3pPr marL="1142954" indent="-228591" algn="just"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</a:defRPr>
            </a:lvl3pPr>
            <a:lvl4pPr algn="just">
              <a:defRPr sz="1600">
                <a:solidFill>
                  <a:schemeClr val="tx1"/>
                </a:solidFill>
              </a:defRPr>
            </a:lvl4pPr>
            <a:lvl5pPr marL="2057318" indent="-228591" algn="just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14815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icture Grid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4AF16C0-A215-EB2F-3682-DF0A5F25F6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292560"/>
            <a:ext cx="10668000" cy="514376"/>
          </a:xfrm>
          <a:prstGeom prst="rect">
            <a:avLst/>
          </a:prstGeom>
        </p:spPr>
        <p:txBody>
          <a:bodyPr lIns="0" anchor="b"/>
          <a:lstStyle>
            <a:lvl1pPr>
              <a:defRPr lang="en-US" sz="30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EE2FC3-856F-2F4B-A52D-94189159AC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00" y="4495800"/>
            <a:ext cx="3390900" cy="19812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E341CF1-EFF3-A64D-A9D4-B96C8CD8F3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43000" y="2286000"/>
            <a:ext cx="3390900" cy="19812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0629C78-28FC-874B-96C1-DFAAFF975D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81550" y="4495800"/>
            <a:ext cx="3390900" cy="19812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089EEED-3863-BD48-BCCB-4D264015DA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81550" y="2286000"/>
            <a:ext cx="3390900" cy="19812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EEF5B44F-191D-F44D-8AB3-0B9E4AF4B4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20100" y="4495800"/>
            <a:ext cx="3390900" cy="19812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A26442AE-D905-374C-9CB4-1A1F44C08C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420100" y="2286000"/>
            <a:ext cx="3390900" cy="19812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EBE105C-2ECB-0B46-923F-378B0A5AEB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3872157"/>
            <a:ext cx="3390900" cy="611908"/>
          </a:xfrm>
          <a:prstGeom prst="rect">
            <a:avLst/>
          </a:prstGeom>
          <a:noFill/>
        </p:spPr>
        <p:txBody>
          <a:bodyPr lIns="182880" tIns="182880" rIns="182880" bIns="182880" anchor="b" anchorCtr="0"/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2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63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45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27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B0900D4-1543-834B-AE27-9A72FD91B3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3000" y="6081957"/>
            <a:ext cx="3390900" cy="611908"/>
          </a:xfrm>
          <a:prstGeom prst="rect">
            <a:avLst/>
          </a:prstGeom>
          <a:noFill/>
        </p:spPr>
        <p:txBody>
          <a:bodyPr lIns="182880" tIns="182880" rIns="182880" bIns="182880" anchor="b" anchorCtr="0"/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2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63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45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27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64FB6B4-B0C6-5949-9F2B-7BCB7B2073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81550" y="3872157"/>
            <a:ext cx="3390900" cy="611908"/>
          </a:xfrm>
          <a:prstGeom prst="rect">
            <a:avLst/>
          </a:prstGeom>
          <a:noFill/>
        </p:spPr>
        <p:txBody>
          <a:bodyPr lIns="182880" tIns="182880" rIns="182880" bIns="182880" anchor="b" anchorCtr="0"/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2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63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45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27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FDD81E0-346D-A544-A838-A6991588AE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81550" y="6081957"/>
            <a:ext cx="3390900" cy="611908"/>
          </a:xfrm>
          <a:prstGeom prst="rect">
            <a:avLst/>
          </a:prstGeom>
          <a:noFill/>
        </p:spPr>
        <p:txBody>
          <a:bodyPr lIns="182880" tIns="182880" rIns="182880" bIns="182880" anchor="b" anchorCtr="0"/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2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63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45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27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CDB91CB5-0E93-FA44-9508-60493542C7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20100" y="3872157"/>
            <a:ext cx="3390900" cy="611908"/>
          </a:xfrm>
          <a:prstGeom prst="rect">
            <a:avLst/>
          </a:prstGeom>
          <a:noFill/>
        </p:spPr>
        <p:txBody>
          <a:bodyPr lIns="182880" tIns="182880" rIns="182880" bIns="182880" anchor="b" anchorCtr="0"/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2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63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45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27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2F736B8-F799-F047-BE4E-297E64A754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0100" y="6081957"/>
            <a:ext cx="3390900" cy="611908"/>
          </a:xfrm>
          <a:prstGeom prst="rect">
            <a:avLst/>
          </a:prstGeom>
          <a:noFill/>
        </p:spPr>
        <p:txBody>
          <a:bodyPr lIns="182880" tIns="182880" rIns="182880" bIns="182880" anchor="b" anchorCtr="0"/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2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63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45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27" indent="0">
              <a:buNone/>
              <a:defRPr sz="1167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insert image caption</a:t>
            </a:r>
          </a:p>
        </p:txBody>
      </p:sp>
      <p:sp>
        <p:nvSpPr>
          <p:cNvPr id="32" name="Content Placeholder 4">
            <a:extLst>
              <a:ext uri="{FF2B5EF4-FFF2-40B4-BE49-F238E27FC236}">
                <a16:creationId xmlns:a16="http://schemas.microsoft.com/office/drawing/2014/main" id="{C14080C3-5390-4F4E-9C88-2C080B5CE5D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1143000" y="1828800"/>
            <a:ext cx="10668000" cy="438238"/>
          </a:xfrm>
          <a:prstGeom prst="rect">
            <a:avLst/>
          </a:prstGeom>
        </p:spPr>
        <p:txBody>
          <a:bodyPr/>
          <a:lstStyle>
            <a:lvl1pPr algn="just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773" indent="-228591"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54" indent="-228591">
              <a:buFont typeface="Wingdings" panose="05000000000000000000" pitchFamily="2" charset="2"/>
              <a:buChar char="ü"/>
              <a:defRPr sz="166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18" indent="-228591">
              <a:buFont typeface="Wingdings" panose="05000000000000000000" pitchFamily="2" charset="2"/>
              <a:buChar char="§"/>
              <a:defRPr sz="1333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9307A5-4BE5-6CB3-FA87-D5E19C3A8A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05" y="258526"/>
            <a:ext cx="1080790" cy="74034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5774342-C287-1B35-7D94-47BA718B1D21}"/>
              </a:ext>
            </a:extLst>
          </p:cNvPr>
          <p:cNvGrpSpPr/>
          <p:nvPr userDrawn="1"/>
        </p:nvGrpSpPr>
        <p:grpSpPr>
          <a:xfrm>
            <a:off x="0" y="6507052"/>
            <a:ext cx="12192000" cy="358876"/>
            <a:chOff x="0" y="6507052"/>
            <a:chExt cx="12192000" cy="35887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8963AB9-401E-CA0F-1551-862CD976A16A}"/>
                </a:ext>
              </a:extLst>
            </p:cNvPr>
            <p:cNvGrpSpPr/>
            <p:nvPr/>
          </p:nvGrpSpPr>
          <p:grpSpPr>
            <a:xfrm>
              <a:off x="0" y="6518787"/>
              <a:ext cx="12192000" cy="339213"/>
              <a:chOff x="0" y="6400800"/>
              <a:chExt cx="12192000" cy="45720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3ED45F4-2827-4FB9-259D-DC66453912AD}"/>
                  </a:ext>
                </a:extLst>
              </p:cNvPr>
              <p:cNvSpPr/>
              <p:nvPr/>
            </p:nvSpPr>
            <p:spPr>
              <a:xfrm>
                <a:off x="0" y="6405716"/>
                <a:ext cx="12192000" cy="452284"/>
              </a:xfrm>
              <a:prstGeom prst="rect">
                <a:avLst/>
              </a:prstGeom>
              <a:solidFill>
                <a:srgbClr val="FB03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C24A947-0C56-AD5E-8115-F458C688A5E2}"/>
                  </a:ext>
                </a:extLst>
              </p:cNvPr>
              <p:cNvSpPr/>
              <p:nvPr/>
            </p:nvSpPr>
            <p:spPr>
              <a:xfrm>
                <a:off x="0" y="6400800"/>
                <a:ext cx="12192000" cy="235974"/>
              </a:xfrm>
              <a:prstGeom prst="rect">
                <a:avLst/>
              </a:prstGeom>
              <a:solidFill>
                <a:srgbClr val="00027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AD2E2DD-3B81-DD9C-D7FA-0C80573C1525}"/>
                </a:ext>
              </a:extLst>
            </p:cNvPr>
            <p:cNvSpPr/>
            <p:nvPr/>
          </p:nvSpPr>
          <p:spPr>
            <a:xfrm>
              <a:off x="11833124" y="6507052"/>
              <a:ext cx="358876" cy="358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B11E4B3-6447-3B2B-4C8C-335558DE069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1600872" y="6533486"/>
            <a:ext cx="591127" cy="335566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92ABF5D6-FA46-4AA2-947C-8DA5854C3CBB}" type="slidenum">
              <a:rPr lang="en-ID" smtClean="0"/>
              <a:pPr/>
              <a:t>‹#›</a:t>
            </a:fld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1161826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0584AF-0258-406C-8D9F-B6B9634323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05" y="258526"/>
            <a:ext cx="1080790" cy="74034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1A08648-88FC-B830-B127-1FADD376F0FC}"/>
              </a:ext>
            </a:extLst>
          </p:cNvPr>
          <p:cNvGrpSpPr/>
          <p:nvPr userDrawn="1"/>
        </p:nvGrpSpPr>
        <p:grpSpPr>
          <a:xfrm>
            <a:off x="0" y="6507052"/>
            <a:ext cx="12192000" cy="358876"/>
            <a:chOff x="0" y="6507052"/>
            <a:chExt cx="12192000" cy="35887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3526481-B98C-98E5-AF60-1E5EAA80EB48}"/>
                </a:ext>
              </a:extLst>
            </p:cNvPr>
            <p:cNvGrpSpPr/>
            <p:nvPr/>
          </p:nvGrpSpPr>
          <p:grpSpPr>
            <a:xfrm>
              <a:off x="0" y="6518787"/>
              <a:ext cx="12192000" cy="339213"/>
              <a:chOff x="0" y="6400800"/>
              <a:chExt cx="12192000" cy="45720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A4586BA-65B3-57E3-355E-E1C231033B99}"/>
                  </a:ext>
                </a:extLst>
              </p:cNvPr>
              <p:cNvSpPr/>
              <p:nvPr/>
            </p:nvSpPr>
            <p:spPr>
              <a:xfrm>
                <a:off x="0" y="6405716"/>
                <a:ext cx="12192000" cy="452284"/>
              </a:xfrm>
              <a:prstGeom prst="rect">
                <a:avLst/>
              </a:prstGeom>
              <a:solidFill>
                <a:srgbClr val="FB03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A2E5FA1-22AD-529E-F4C6-717C93B7CD74}"/>
                  </a:ext>
                </a:extLst>
              </p:cNvPr>
              <p:cNvSpPr/>
              <p:nvPr/>
            </p:nvSpPr>
            <p:spPr>
              <a:xfrm>
                <a:off x="0" y="6400800"/>
                <a:ext cx="12192000" cy="235974"/>
              </a:xfrm>
              <a:prstGeom prst="rect">
                <a:avLst/>
              </a:prstGeom>
              <a:solidFill>
                <a:srgbClr val="00027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5E9689A-0D07-5FB5-151A-F0BD8901C789}"/>
                </a:ext>
              </a:extLst>
            </p:cNvPr>
            <p:cNvSpPr/>
            <p:nvPr/>
          </p:nvSpPr>
          <p:spPr>
            <a:xfrm>
              <a:off x="11833124" y="6507052"/>
              <a:ext cx="358876" cy="358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F43DD2F-9CFB-EA63-8842-0627B6C44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0872" y="6533486"/>
            <a:ext cx="591127" cy="335566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92ABF5D6-FA46-4AA2-947C-8DA5854C3CBB}" type="slidenum">
              <a:rPr lang="en-ID" smtClean="0"/>
              <a:pPr/>
              <a:t>‹#›</a:t>
            </a:fld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2892497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CBBAE8-3320-0FCB-AD9D-7E134583D8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405" y="258526"/>
            <a:ext cx="1080790" cy="74034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CB85262-6E0E-9213-8CB6-90BEB50E42B9}"/>
              </a:ext>
            </a:extLst>
          </p:cNvPr>
          <p:cNvGrpSpPr/>
          <p:nvPr userDrawn="1"/>
        </p:nvGrpSpPr>
        <p:grpSpPr>
          <a:xfrm rot="16200000">
            <a:off x="-2991462" y="2991465"/>
            <a:ext cx="6858002" cy="875071"/>
            <a:chOff x="0" y="6400800"/>
            <a:chExt cx="12192000" cy="4572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C35438F-639B-DC20-476B-2867DFD1405F}"/>
                </a:ext>
              </a:extLst>
            </p:cNvPr>
            <p:cNvSpPr/>
            <p:nvPr/>
          </p:nvSpPr>
          <p:spPr>
            <a:xfrm>
              <a:off x="0" y="6405716"/>
              <a:ext cx="12192000" cy="452284"/>
            </a:xfrm>
            <a:prstGeom prst="rect">
              <a:avLst/>
            </a:prstGeom>
            <a:solidFill>
              <a:srgbClr val="FB030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9C15AF-78A7-F502-5FDE-6F2E8E990FF2}"/>
                </a:ext>
              </a:extLst>
            </p:cNvPr>
            <p:cNvSpPr/>
            <p:nvPr/>
          </p:nvSpPr>
          <p:spPr>
            <a:xfrm>
              <a:off x="0" y="6400800"/>
              <a:ext cx="12192000" cy="235974"/>
            </a:xfrm>
            <a:prstGeom prst="rect">
              <a:avLst/>
            </a:prstGeom>
            <a:solidFill>
              <a:srgbClr val="0002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106F9170-2C0E-4C89-075D-BAE6D4566FDC}"/>
              </a:ext>
            </a:extLst>
          </p:cNvPr>
          <p:cNvSpPr txBox="1">
            <a:spLocks/>
          </p:cNvSpPr>
          <p:nvPr userDrawn="1"/>
        </p:nvSpPr>
        <p:spPr>
          <a:xfrm>
            <a:off x="1378596" y="2498977"/>
            <a:ext cx="10515599" cy="1860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4000" dirty="0"/>
              <a:t>Thank You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3659409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C08628-1E65-B18B-8108-8D991587C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776D1-2825-CF39-AA08-4C6C0C92C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E45E5-51F6-F924-493C-5D18FDABF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398B75B-D59A-49FD-B6B4-CC49FA5BE7B2}" type="datetime1">
              <a:rPr lang="en-ID" smtClean="0"/>
              <a:pPr/>
              <a:t>21/05/2026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23371-A6BE-859D-7BF2-22D4874B0F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E94C3-DAEC-EFAD-8CE4-F7BEA0DB4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2ABF5D6-FA46-4AA2-947C-8DA5854C3CBB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846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0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476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42537-F12A-D15A-8007-09D511CC96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342A4-2D76-A10A-961F-63DF87E334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[Nama Presenter]</a:t>
            </a:r>
          </a:p>
          <a:p>
            <a:r>
              <a:rPr lang="en-US" dirty="0"/>
              <a:t>[Lembaga/</a:t>
            </a:r>
            <a:r>
              <a:rPr lang="en-US" dirty="0" err="1"/>
              <a:t>Intitusi</a:t>
            </a:r>
            <a:r>
              <a:rPr lang="en-US" dirty="0"/>
              <a:t>]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26363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DEF8-5FDB-F568-A4F1-1688D75AB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BBDC0-35AD-2795-C1D1-B0A4027BD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73944-2BF9-560F-871A-8AAA2E087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BF5D6-FA46-4AA2-947C-8DA5854C3CBB}" type="slidenum">
              <a:rPr lang="en-ID" smtClean="0"/>
              <a:pPr/>
              <a:t>3</a:t>
            </a:fld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727311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3FB6BCC-A2AE-1655-A7E2-26422DE608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09AB9-A4AA-D3DC-56BB-0CA256FCEE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F081BD-3CF9-FF27-30C8-160E5F31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776E54-E3D3-6E17-FF4D-0373675F16A4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8889E-8486-5846-5269-E698C268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BF5D6-FA46-4AA2-947C-8DA5854C3CBB}" type="slidenum">
              <a:rPr lang="en-ID" smtClean="0"/>
              <a:pPr/>
              <a:t>4</a:t>
            </a:fld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2495250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4D541F-3268-606B-B8EF-C9A441344A7D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FD7B2F-B3CD-55E4-EEEF-5C65D3B43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BF5D6-FA46-4AA2-947C-8DA5854C3CBB}" type="slidenum">
              <a:rPr lang="en-ID" smtClean="0"/>
              <a:pPr/>
              <a:t>5</a:t>
            </a:fld>
            <a:endParaRPr lang="en-ID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2815F2-DD35-226C-D853-7D0D9F04C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A336AB-2BB1-B9A5-9702-BF84C2AA7A57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71550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8D92017-50CE-59FA-E8B5-B7B5F4DA1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0688E1-C666-3402-9CE1-732957A597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F01D31B-3A8D-4131-FC5D-E6C4A07B02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E0FE11-7982-4B0C-98D7-C99375543E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B4C92E-EAC4-5B68-58AA-E4F206004B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CFE64C6-48BC-E8FF-A82D-EA9D233682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0CD0701-8CDC-0571-E40B-3AB5E8EE00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29EA71-73EE-0E12-4744-0576FFBC055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0BC872-3889-F3B6-BDB6-20D487E50A4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2ABF5D6-FA46-4AA2-947C-8DA5854C3CBB}" type="slidenum">
              <a:rPr lang="en-ID" smtClean="0"/>
              <a:pPr/>
              <a:t>6</a:t>
            </a:fld>
            <a:endParaRPr lang="en-ID" sz="16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73C956A-F882-113A-7DA9-A5CA3FC68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EBDD301-2CBE-0BAC-C80C-901EC49FE67A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63997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A38B3-7D96-3A42-ED3C-0AD8CFB0C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2061AD-0FA9-E48C-CEEF-9E358BD4EC7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3D19689-9ADD-2BD4-7BCC-057B775E24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D1C97C3-32DA-1DCB-B11F-60D7524A9EF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2EBF7A0-19F5-C8A6-84B8-65A8803975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7ECCD47-1BC7-E2AC-6261-C14D13A21E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2CF0B56-2894-B037-75EB-671CB7A5C6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5E399BB-7C59-3814-C119-A213ACCB3A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56B0A83-0894-57F9-4A3F-02504C4332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0D477F7-DF80-D210-EEA9-EEB4A26CF17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FF229A9-276F-D770-8E91-CA80203505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36D0A5D-4146-30D6-167A-6DF42CD770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2C4F783-71F4-19FC-F233-6A49225D0AF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5410313-60ED-6518-F9BF-633B370A651C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B461339-1B30-F76D-5DD6-FBE99967013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92ABF5D6-FA46-4AA2-947C-8DA5854C3CBB}" type="slidenum">
              <a:rPr lang="en-ID" smtClean="0"/>
              <a:pPr/>
              <a:t>7</a:t>
            </a:fld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3015151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9C752-5104-7A27-4043-A7D13D555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C0D06E-8914-B77C-171A-9404754E8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BF5D6-FA46-4AA2-947C-8DA5854C3CBB}" type="slidenum">
              <a:rPr lang="en-ID" smtClean="0"/>
              <a:pPr/>
              <a:t>8</a:t>
            </a:fld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446786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5664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15</Words>
  <Application>Microsoft Office PowerPoint</Application>
  <PresentationFormat>Widescreen</PresentationFormat>
  <Paragraphs>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Kharis Novianto Nugroho</dc:creator>
  <cp:lastModifiedBy>Kharis Novianto Nugroho</cp:lastModifiedBy>
  <cp:revision>6</cp:revision>
  <dcterms:created xsi:type="dcterms:W3CDTF">2026-05-21T07:01:38Z</dcterms:created>
  <dcterms:modified xsi:type="dcterms:W3CDTF">2026-05-21T11:38:22Z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2026-05-21T08:55:15Z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bc3ad30d-6581-4562-8998-74db1d3404b1</vt:lpwstr>
  </property>
  <property fmtid="{D5CDD505-2E9C-101B-9397-08002B2CF9AE}" pid="8" name="MSIP_Label_38b525e5-f3da-4501-8f1e-526b6769fc56_ContentBits">
    <vt:lpwstr>0</vt:lpwstr>
  </property>
  <property fmtid="{D5CDD505-2E9C-101B-9397-08002B2CF9AE}" pid="9" name="MSIP_Label_38b525e5-f3da-4501-8f1e-526b6769fc56_Tag">
    <vt:lpwstr>10, 3, 0, 1</vt:lpwstr>
  </property>
</Properties>
</file>